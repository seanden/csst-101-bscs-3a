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sldIdLst>
    <p:sldId id="256" r:id="rId2"/>
    <p:sldId id="257" r:id="rId3"/>
    <p:sldId id="258" r:id="rId4"/>
    <p:sldId id="259" r:id="rId5"/>
    <p:sldId id="260" r:id="rId6"/>
    <p:sldId id="261" r:id="rId7"/>
    <p:sldId id="262" r:id="rId8"/>
    <p:sldId id="263" r:id="rId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81" d="100"/>
          <a:sy n="81" d="100"/>
        </p:scale>
        <p:origin x="754" y="53"/>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Ref idx="1003">
        <a:schemeClr val="bg2"/>
      </p:bgRef>
    </p:bg>
    <p:spTree>
      <p:nvGrpSpPr>
        <p:cNvPr id="1" name=""/>
        <p:cNvGrpSpPr/>
        <p:nvPr/>
      </p:nvGrpSpPr>
      <p:grpSpPr>
        <a:xfrm>
          <a:off x="0" y="0"/>
          <a:ext cx="0" cy="0"/>
          <a:chOff x="0" y="0"/>
          <a:chExt cx="0" cy="0"/>
        </a:xfrm>
      </p:grpSpPr>
      <p:pic>
        <p:nvPicPr>
          <p:cNvPr id="7" name="Picture 6" descr="Celestia-R1---OverlayTitle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ctrTitle"/>
          </p:nvPr>
        </p:nvSpPr>
        <p:spPr>
          <a:xfrm>
            <a:off x="3962399" y="1964267"/>
            <a:ext cx="7197726" cy="2421464"/>
          </a:xfrm>
        </p:spPr>
        <p:txBody>
          <a:bodyPr anchor="b">
            <a:normAutofit/>
          </a:bodyPr>
          <a:lstStyle>
            <a:lvl1pPr algn="r">
              <a:defRPr sz="4800">
                <a:effectLst/>
              </a:defRPr>
            </a:lvl1pPr>
          </a:lstStyle>
          <a:p>
            <a:r>
              <a:rPr lang="en-US"/>
              <a:t>Click to edit Master title style</a:t>
            </a:r>
            <a:endParaRPr lang="en-US" dirty="0"/>
          </a:p>
        </p:txBody>
      </p:sp>
      <p:sp>
        <p:nvSpPr>
          <p:cNvPr id="3" name="Subtitle 2"/>
          <p:cNvSpPr>
            <a:spLocks noGrp="1"/>
          </p:cNvSpPr>
          <p:nvPr>
            <p:ph type="subTitle" idx="1"/>
          </p:nvPr>
        </p:nvSpPr>
        <p:spPr>
          <a:xfrm>
            <a:off x="3962399" y="4385732"/>
            <a:ext cx="7197726" cy="1405467"/>
          </a:xfrm>
        </p:spPr>
        <p:txBody>
          <a:bodyPr anchor="t">
            <a:normAutofit/>
          </a:bodyPr>
          <a:lstStyle>
            <a:lvl1pPr marL="0" indent="0" algn="r">
              <a:buNone/>
              <a:defRPr sz="1800" cap="all">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a:xfrm>
            <a:off x="8932558" y="5870575"/>
            <a:ext cx="1600200" cy="377825"/>
          </a:xfrm>
        </p:spPr>
        <p:txBody>
          <a:bodyPr/>
          <a:lstStyle/>
          <a:p>
            <a:fld id="{B61BEF0D-F0BB-DE4B-95CE-6DB70DBA9567}" type="datetimeFigureOut">
              <a:rPr lang="en-US" dirty="0"/>
              <a:pPr/>
              <a:t>9/12/2024</a:t>
            </a:fld>
            <a:endParaRPr lang="en-US" dirty="0"/>
          </a:p>
        </p:txBody>
      </p:sp>
      <p:sp>
        <p:nvSpPr>
          <p:cNvPr id="5" name="Footer Placeholder 4"/>
          <p:cNvSpPr>
            <a:spLocks noGrp="1"/>
          </p:cNvSpPr>
          <p:nvPr>
            <p:ph type="ftr" sz="quarter" idx="11"/>
          </p:nvPr>
        </p:nvSpPr>
        <p:spPr>
          <a:xfrm>
            <a:off x="3962399" y="5870575"/>
            <a:ext cx="4893958" cy="377825"/>
          </a:xfrm>
        </p:spPr>
        <p:txBody>
          <a:bodyPr/>
          <a:lstStyle/>
          <a:p>
            <a:endParaRPr lang="en-US" dirty="0"/>
          </a:p>
        </p:txBody>
      </p:sp>
      <p:sp>
        <p:nvSpPr>
          <p:cNvPr id="6" name="Slide Number Placeholder 5"/>
          <p:cNvSpPr>
            <a:spLocks noGrp="1"/>
          </p:cNvSpPr>
          <p:nvPr>
            <p:ph type="sldNum" sz="quarter" idx="12"/>
          </p:nvPr>
        </p:nvSpPr>
        <p:spPr>
          <a:xfrm>
            <a:off x="10608958" y="5870575"/>
            <a:ext cx="551167" cy="377825"/>
          </a:xfrm>
        </p:spPr>
        <p:txBody>
          <a:bodyPr/>
          <a:lstStyle/>
          <a:p>
            <a:fld id="{D57F1E4F-1CFF-5643-939E-217C01CDF565}" type="slidenum">
              <a:rPr lang="en-US" dirty="0"/>
              <a:pPr/>
              <a:t>‹#›</a:t>
            </a:fld>
            <a:endParaRPr lang="en-US" dirty="0"/>
          </a:p>
        </p:txBody>
      </p:sp>
    </p:spTree>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9/12/2024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0" y="3308581"/>
            <a:ext cx="10131427" cy="1468800"/>
          </a:xfrm>
        </p:spPr>
        <p:txBody>
          <a:bodyPr anchor="b"/>
          <a:lstStyle>
            <a:lvl1pPr algn="l">
              <a:defRPr sz="4000" b="0" cap="all"/>
            </a:lvl1pPr>
          </a:lstStyle>
          <a:p>
            <a:r>
              <a:rPr lang="en-US"/>
              <a:t>Click to edit Master title style</a:t>
            </a:r>
            <a:endParaRPr lang="en-US" dirty="0"/>
          </a:p>
        </p:txBody>
      </p:sp>
      <p:sp>
        <p:nvSpPr>
          <p:cNvPr id="3" name="Text Placeholder 2"/>
          <p:cNvSpPr>
            <a:spLocks noGrp="1"/>
          </p:cNvSpPr>
          <p:nvPr>
            <p:ph type="body" idx="1"/>
          </p:nvPr>
        </p:nvSpPr>
        <p:spPr>
          <a:xfrm>
            <a:off x="685799" y="4777381"/>
            <a:ext cx="10131428" cy="860400"/>
          </a:xfrm>
        </p:spPr>
        <p:txBody>
          <a:bodyPr anchor="t">
            <a:normAutofit/>
          </a:bodyPr>
          <a:lstStyle>
            <a:lvl1pPr marL="0" indent="0" algn="l">
              <a:buNone/>
              <a:defRPr sz="2000" cap="all">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9/12/2024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85802" y="2142067"/>
            <a:ext cx="4995334" cy="3649134"/>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821895" y="2142067"/>
            <a:ext cx="4995332" cy="3649133"/>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B61BEF0D-F0BB-DE4B-95CE-6DB70DBA9567}" type="datetimeFigureOut">
              <a:rPr lang="en-US" dirty="0"/>
              <a:pPr/>
              <a:t>9/12/2024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973670" y="2218267"/>
            <a:ext cx="4709054" cy="576262"/>
          </a:xfrm>
        </p:spPr>
        <p:txBody>
          <a:bodyPr anchor="b">
            <a:noAutofit/>
          </a:bodyPr>
          <a:lstStyle>
            <a:lvl1pPr marL="0" indent="0">
              <a:buNone/>
              <a:defRPr sz="28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85801" y="2870201"/>
            <a:ext cx="4996923" cy="2920998"/>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096003" y="2226734"/>
            <a:ext cx="4722813" cy="576262"/>
          </a:xfrm>
        </p:spPr>
        <p:txBody>
          <a:bodyPr anchor="b">
            <a:noAutofit/>
          </a:bodyPr>
          <a:lstStyle>
            <a:lvl1pPr marL="0" indent="0">
              <a:buNone/>
              <a:defRPr sz="28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823483" y="2870201"/>
            <a:ext cx="4995334" cy="2920998"/>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dirty="0"/>
              <a:pPr/>
              <a:t>9/12/2024</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pic>
        <p:nvPicPr>
          <p:cNvPr id="6" name="Picture 5"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dirty="0"/>
              <a:pPr/>
              <a:t>9/12/2024</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pic>
        <p:nvPicPr>
          <p:cNvPr id="5" name="Picture 4"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Date Placeholder 1"/>
          <p:cNvSpPr>
            <a:spLocks noGrp="1"/>
          </p:cNvSpPr>
          <p:nvPr>
            <p:ph type="dt" sz="half" idx="10"/>
          </p:nvPr>
        </p:nvSpPr>
        <p:spPr/>
        <p:txBody>
          <a:bodyPr/>
          <a:lstStyle/>
          <a:p>
            <a:fld id="{B61BEF0D-F0BB-DE4B-95CE-6DB70DBA9567}" type="datetimeFigureOut">
              <a:rPr lang="en-US" dirty="0"/>
              <a:pPr/>
              <a:t>9/12/2024</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0" y="2074333"/>
            <a:ext cx="3680885" cy="1371600"/>
          </a:xfrm>
        </p:spPr>
        <p:txBody>
          <a:bodyPr anchor="b">
            <a:normAutofit/>
          </a:bodyPr>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4648201" y="609601"/>
            <a:ext cx="6169026" cy="5181600"/>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85800" y="3445933"/>
            <a:ext cx="3680885" cy="1828800"/>
          </a:xfrm>
        </p:spPr>
        <p:txBody>
          <a:bodyPr anchor="t">
            <a:normAutofit/>
          </a:bodyPr>
          <a:lstStyle>
            <a:lvl1pPr marL="0" indent="0">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9/12/2024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0" y="1600200"/>
            <a:ext cx="6164653" cy="1371600"/>
          </a:xfrm>
        </p:spPr>
        <p:txBody>
          <a:bodyPr anchor="b">
            <a:normAutofit/>
          </a:bodyPr>
          <a:lstStyle>
            <a:lvl1pPr algn="l">
              <a:defRPr sz="2800" b="0"/>
            </a:lvl1pPr>
          </a:lstStyle>
          <a:p>
            <a:r>
              <a:rPr lang="en-US"/>
              <a:t>Click to edit Master title style</a:t>
            </a:r>
            <a:endParaRPr lang="en-US" dirty="0"/>
          </a:p>
        </p:txBody>
      </p:sp>
      <p:sp>
        <p:nvSpPr>
          <p:cNvPr id="14" name="Picture Placeholder 2"/>
          <p:cNvSpPr>
            <a:spLocks noGrp="1" noChangeAspect="1"/>
          </p:cNvSpPr>
          <p:nvPr>
            <p:ph type="pic" idx="1"/>
          </p:nvPr>
        </p:nvSpPr>
        <p:spPr>
          <a:xfrm>
            <a:off x="7536253" y="914400"/>
            <a:ext cx="3280974" cy="4572000"/>
          </a:xfrm>
          <a:prstGeom prst="roundRect">
            <a:avLst>
              <a:gd name="adj" fmla="val 4280"/>
            </a:avLst>
          </a:prstGeom>
          <a:ln w="50800" cap="sq" cmpd="dbl">
            <a:gradFill flip="none" rotWithShape="1">
              <a:gsLst>
                <a:gs pos="0">
                  <a:srgbClr val="FFFFFF"/>
                </a:gs>
                <a:gs pos="100000">
                  <a:schemeClr val="tx1">
                    <a:alpha val="0"/>
                  </a:schemeClr>
                </a:gs>
              </a:gsLst>
              <a:path path="circle">
                <a:fillToRect l="50000" t="50000" r="50000" b="50000"/>
              </a:path>
              <a:tileRect/>
            </a:gradFill>
            <a:miter lim="800000"/>
          </a:ln>
          <a:effectLst>
            <a:outerShdw blurRad="254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85800" y="2971800"/>
            <a:ext cx="6164653" cy="1828800"/>
          </a:xfrm>
        </p:spPr>
        <p:txBody>
          <a:bodyPr anchor="t">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9/12/2024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0" y="4732865"/>
            <a:ext cx="1013142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371600" y="932112"/>
            <a:ext cx="8759827" cy="3164976"/>
          </a:xfrm>
          <a:prstGeom prst="roundRect">
            <a:avLst>
              <a:gd name="adj" fmla="val 4380"/>
            </a:avLst>
          </a:prstGeom>
          <a:ln w="50800" cap="sq" cmpd="dbl">
            <a:gradFill flip="none" rotWithShape="1">
              <a:gsLst>
                <a:gs pos="0">
                  <a:srgbClr val="FFFFFF"/>
                </a:gs>
                <a:gs pos="100000">
                  <a:schemeClr val="tx1">
                    <a:alpha val="0"/>
                  </a:schemeClr>
                </a:gs>
              </a:gsLst>
              <a:path path="circle">
                <a:fillToRect l="50000" t="50000" r="50000" b="50000"/>
              </a:path>
              <a:tileRect/>
            </a:gradFill>
            <a:miter lim="800000"/>
          </a:ln>
          <a:effectLst>
            <a:outerShdw blurRad="254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85800" y="5299603"/>
            <a:ext cx="10131427" cy="49371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9/12/2024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1" y="609601"/>
            <a:ext cx="10131427" cy="3124199"/>
          </a:xfrm>
        </p:spPr>
        <p:txBody>
          <a:bodyPr anchor="ctr">
            <a:normAutofit/>
          </a:bodyPr>
          <a:lstStyle>
            <a:lvl1pPr algn="l">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685800" y="4343400"/>
            <a:ext cx="10131428" cy="1447800"/>
          </a:xfrm>
        </p:spPr>
        <p:txBody>
          <a:bodyPr anchor="ctr">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9/12/2024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pic>
        <p:nvPicPr>
          <p:cNvPr id="11" name="Picture 10"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13" name="TextBox 12"/>
          <p:cNvSpPr txBox="1"/>
          <p:nvPr/>
        </p:nvSpPr>
        <p:spPr>
          <a:xfrm>
            <a:off x="10237867" y="2743200"/>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14" name="TextBox 13"/>
          <p:cNvSpPr txBox="1"/>
          <p:nvPr/>
        </p:nvSpPr>
        <p:spPr>
          <a:xfrm>
            <a:off x="488275" y="823337"/>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16" name="Title 1"/>
          <p:cNvSpPr>
            <a:spLocks noGrp="1"/>
          </p:cNvSpPr>
          <p:nvPr>
            <p:ph type="title"/>
          </p:nvPr>
        </p:nvSpPr>
        <p:spPr>
          <a:xfrm>
            <a:off x="992267" y="609601"/>
            <a:ext cx="9550399" cy="2743199"/>
          </a:xfrm>
        </p:spPr>
        <p:txBody>
          <a:bodyPr anchor="ctr">
            <a:normAutofit/>
          </a:bodyPr>
          <a:lstStyle>
            <a:lvl1pPr algn="l">
              <a:defRPr sz="32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1097875" y="3352800"/>
            <a:ext cx="9339184" cy="381000"/>
          </a:xfrm>
        </p:spPr>
        <p:txBody>
          <a:bodyPr anchor="ctr"/>
          <a:lstStyle>
            <a:lvl1pPr marL="0" indent="0">
              <a:buFontTx/>
              <a:buNone/>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87465" y="4343400"/>
            <a:ext cx="10152367" cy="1447800"/>
          </a:xfrm>
        </p:spPr>
        <p:txBody>
          <a:bodyPr anchor="ctr">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9/12/2024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2" y="3308581"/>
            <a:ext cx="10131425" cy="1468800"/>
          </a:xfrm>
        </p:spPr>
        <p:txBody>
          <a:bodyPr anchor="b">
            <a:normAutofit/>
          </a:bodyPr>
          <a:lstStyle>
            <a:lvl1pPr algn="l">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685801" y="4777381"/>
            <a:ext cx="10131426" cy="860400"/>
          </a:xfrm>
        </p:spPr>
        <p:txBody>
          <a:bodyPr anchor="t">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9/12/2024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pic>
        <p:nvPicPr>
          <p:cNvPr id="11" name="Picture 10"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13" name="TextBox 12"/>
          <p:cNvSpPr txBox="1"/>
          <p:nvPr/>
        </p:nvSpPr>
        <p:spPr>
          <a:xfrm>
            <a:off x="10237867" y="2743200"/>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14" name="TextBox 13"/>
          <p:cNvSpPr txBox="1"/>
          <p:nvPr/>
        </p:nvSpPr>
        <p:spPr>
          <a:xfrm>
            <a:off x="488275" y="823337"/>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16" name="Title 1"/>
          <p:cNvSpPr>
            <a:spLocks noGrp="1"/>
          </p:cNvSpPr>
          <p:nvPr>
            <p:ph type="title"/>
          </p:nvPr>
        </p:nvSpPr>
        <p:spPr>
          <a:xfrm>
            <a:off x="992267" y="609601"/>
            <a:ext cx="9550399" cy="2743199"/>
          </a:xfrm>
        </p:spPr>
        <p:txBody>
          <a:bodyPr anchor="ctr">
            <a:normAutofit/>
          </a:bodyPr>
          <a:lstStyle>
            <a:lvl1pPr algn="l">
              <a:defRPr sz="32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685800" y="3886200"/>
            <a:ext cx="10135436" cy="889000"/>
          </a:xfrm>
        </p:spPr>
        <p:txBody>
          <a:bodyPr vert="horz" lIns="91440" tIns="45720" rIns="91440" bIns="45720" rtlCol="0" anchor="b">
            <a:normAutofit/>
          </a:bodyPr>
          <a:lstStyle>
            <a:lvl1pPr>
              <a:buNone/>
              <a:defRPr lang="en-US" sz="2400" b="0" cap="none" dirty="0">
                <a:ln w="3175" cmpd="sng">
                  <a:noFill/>
                </a:ln>
                <a:solidFill>
                  <a:schemeClr val="tx1"/>
                </a:solidFill>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685799" y="4775200"/>
            <a:ext cx="10135436" cy="10160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9/12/2024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1" y="609601"/>
            <a:ext cx="10131427" cy="2743199"/>
          </a:xfrm>
        </p:spPr>
        <p:txBody>
          <a:bodyPr vert="horz" lIns="91440" tIns="45720" rIns="91440" bIns="45720" rtlCol="0" anchor="ctr">
            <a:normAutofit/>
          </a:bodyPr>
          <a:lstStyle>
            <a:lvl1pPr>
              <a:defRPr lang="en-US" b="0" dirty="0"/>
            </a:lvl1pPr>
          </a:lstStyle>
          <a:p>
            <a:pPr marL="0" lvl="0"/>
            <a:r>
              <a:rPr lang="en-US"/>
              <a:t>Click to edit Master title style</a:t>
            </a:r>
            <a:endParaRPr lang="en-US" dirty="0"/>
          </a:p>
        </p:txBody>
      </p:sp>
      <p:sp>
        <p:nvSpPr>
          <p:cNvPr id="10" name="Text Placeholder 9"/>
          <p:cNvSpPr>
            <a:spLocks noGrp="1"/>
          </p:cNvSpPr>
          <p:nvPr>
            <p:ph type="body" sz="quarter" idx="13"/>
          </p:nvPr>
        </p:nvSpPr>
        <p:spPr>
          <a:xfrm>
            <a:off x="685801" y="3505200"/>
            <a:ext cx="10131428" cy="838200"/>
          </a:xfrm>
        </p:spPr>
        <p:txBody>
          <a:bodyPr vert="horz" lIns="91440" tIns="45720" rIns="91440" bIns="45720" rtlCol="0" anchor="b">
            <a:normAutofit/>
          </a:bodyPr>
          <a:lstStyle>
            <a:lvl1pPr>
              <a:buNone/>
              <a:defRPr lang="en-US" sz="2800" b="0" cap="none" dirty="0">
                <a:ln w="3175" cmpd="sng">
                  <a:noFill/>
                </a:ln>
                <a:solidFill>
                  <a:schemeClr val="tx1"/>
                </a:solidFill>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685800" y="4343400"/>
            <a:ext cx="10131428" cy="14478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9/12/2024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8" name="Title 1"/>
          <p:cNvSpPr>
            <a:spLocks noGrp="1"/>
          </p:cNvSpPr>
          <p:nvPr>
            <p:ph type="title"/>
          </p:nvPr>
        </p:nvSpPr>
        <p:spPr>
          <a:xfrm>
            <a:off x="685801" y="609600"/>
            <a:ext cx="10131425" cy="1456267"/>
          </a:xfrm>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9/12/2024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Vertical Title 1"/>
          <p:cNvSpPr>
            <a:spLocks noGrp="1"/>
          </p:cNvSpPr>
          <p:nvPr>
            <p:ph type="title" orient="vert"/>
          </p:nvPr>
        </p:nvSpPr>
        <p:spPr>
          <a:xfrm>
            <a:off x="8658675" y="609599"/>
            <a:ext cx="2158552" cy="5181601"/>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85800" y="609600"/>
            <a:ext cx="7832116" cy="5181600"/>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9/12/2024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85801" y="609600"/>
            <a:ext cx="10131425" cy="1456267"/>
          </a:xfrm>
          <a:prstGeom prst="rect">
            <a:avLst/>
          </a:prstGeom>
          <a:effectLst/>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85801" y="2142067"/>
            <a:ext cx="10131425" cy="3649133"/>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589660" y="5870575"/>
            <a:ext cx="1600200" cy="3778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B61BEF0D-F0BB-DE4B-95CE-6DB70DBA9567}" type="datetimeFigureOut">
              <a:rPr lang="en-US" dirty="0"/>
              <a:pPr/>
              <a:t>9/12/2024</a:t>
            </a:fld>
            <a:endParaRPr lang="en-US" dirty="0"/>
          </a:p>
        </p:txBody>
      </p:sp>
      <p:sp>
        <p:nvSpPr>
          <p:cNvPr id="5" name="Footer Placeholder 4"/>
          <p:cNvSpPr>
            <a:spLocks noGrp="1"/>
          </p:cNvSpPr>
          <p:nvPr>
            <p:ph type="ftr" sz="quarter" idx="3"/>
          </p:nvPr>
        </p:nvSpPr>
        <p:spPr>
          <a:xfrm>
            <a:off x="685800" y="5870575"/>
            <a:ext cx="7827659" cy="377825"/>
          </a:xfrm>
          <a:prstGeom prst="rect">
            <a:avLst/>
          </a:prstGeom>
        </p:spPr>
        <p:txBody>
          <a:bodyPr vert="horz" lIns="91440" tIns="45720" rIns="91440" bIns="45720" rtlCol="0" anchor="ctr"/>
          <a:lstStyle>
            <a:lvl1pPr algn="l">
              <a:defRPr sz="1000" b="0" i="0">
                <a:solidFill>
                  <a:schemeClr val="tx1"/>
                </a:solidFill>
                <a:effectLst/>
                <a:latin typeface="+mn-lt"/>
              </a:defRPr>
            </a:lvl1pPr>
          </a:lstStyle>
          <a:p>
            <a:endParaRPr lang="en-US" dirty="0"/>
          </a:p>
        </p:txBody>
      </p:sp>
      <p:sp>
        <p:nvSpPr>
          <p:cNvPr id="6" name="Slide Number Placeholder 5"/>
          <p:cNvSpPr>
            <a:spLocks noGrp="1"/>
          </p:cNvSpPr>
          <p:nvPr>
            <p:ph type="sldNum" sz="quarter" idx="4"/>
          </p:nvPr>
        </p:nvSpPr>
        <p:spPr>
          <a:xfrm>
            <a:off x="10266060" y="5870575"/>
            <a:ext cx="551167" cy="3778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D57F1E4F-1CFF-5643-939E-217C01CDF565}" type="slidenum">
              <a:rPr lang="en-US" dirty="0"/>
              <a:pPr/>
              <a:t>‹#›</a:t>
            </a:fld>
            <a:endParaRPr lang="en-US" dirty="0"/>
          </a:p>
        </p:txBody>
      </p:sp>
    </p:spTree>
  </p:cSld>
  <p:clrMap bg1="dk1" tx1="lt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60" r:id="rId9"/>
    <p:sldLayoutId id="2147483657" r:id="rId10"/>
    <p:sldLayoutId id="2147483663" r:id="rId11"/>
    <p:sldLayoutId id="2147483664" r:id="rId12"/>
    <p:sldLayoutId id="2147483665" r:id="rId13"/>
    <p:sldLayoutId id="2147483666" r:id="rId14"/>
    <p:sldLayoutId id="2147483667" r:id="rId15"/>
    <p:sldLayoutId id="2147483658" r:id="rId16"/>
    <p:sldLayoutId id="2147483659" r:id="rId17"/>
  </p:sldLayoutIdLst>
  <p:txStyles>
    <p:titleStyle>
      <a:lvl1pPr algn="l" defTabSz="457200" rtl="0" eaLnBrk="1" latinLnBrk="0" hangingPunct="1">
        <a:spcBef>
          <a:spcPct val="0"/>
        </a:spcBef>
        <a:buNone/>
        <a:defRPr sz="3600" kern="1200" cap="all">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ts val="0"/>
        </a:spcBef>
        <a:spcAft>
          <a:spcPts val="1000"/>
        </a:spcAft>
        <a:buClr>
          <a:schemeClr val="tx1"/>
        </a:buClr>
        <a:buSzPct val="100000"/>
        <a:buFont typeface="Arial"/>
        <a:buChar char="•"/>
        <a:defRPr sz="1800" kern="1200" cap="none">
          <a:solidFill>
            <a:schemeClr val="tx1"/>
          </a:solidFill>
          <a:effectLst/>
          <a:latin typeface="+mn-lt"/>
          <a:ea typeface="+mn-ea"/>
          <a:cs typeface="+mn-cs"/>
        </a:defRPr>
      </a:lvl1pPr>
      <a:lvl2pPr marL="742950" indent="-285750" algn="l" defTabSz="457200" rtl="0" eaLnBrk="1" latinLnBrk="0" hangingPunct="1">
        <a:spcBef>
          <a:spcPts val="0"/>
        </a:spcBef>
        <a:spcAft>
          <a:spcPts val="1000"/>
        </a:spcAft>
        <a:buClr>
          <a:schemeClr val="tx1"/>
        </a:buClr>
        <a:buSzPct val="100000"/>
        <a:buFont typeface="Arial"/>
        <a:buChar char="•"/>
        <a:defRPr sz="1600" kern="1200" cap="none">
          <a:solidFill>
            <a:schemeClr val="tx1"/>
          </a:solidFill>
          <a:effectLst/>
          <a:latin typeface="+mn-lt"/>
          <a:ea typeface="+mn-ea"/>
          <a:cs typeface="+mn-cs"/>
        </a:defRPr>
      </a:lvl2pPr>
      <a:lvl3pPr marL="1200150" indent="-285750" algn="l" defTabSz="457200" rtl="0" eaLnBrk="1" latinLnBrk="0" hangingPunct="1">
        <a:spcBef>
          <a:spcPts val="0"/>
        </a:spcBef>
        <a:spcAft>
          <a:spcPts val="1000"/>
        </a:spcAft>
        <a:buClr>
          <a:schemeClr val="tx1"/>
        </a:buClr>
        <a:buSzPct val="100000"/>
        <a:buFont typeface="Arial"/>
        <a:buChar char="•"/>
        <a:defRPr sz="1400" kern="1200" cap="none">
          <a:solidFill>
            <a:schemeClr val="tx1"/>
          </a:solidFill>
          <a:effectLst/>
          <a:latin typeface="+mn-lt"/>
          <a:ea typeface="+mn-ea"/>
          <a:cs typeface="+mn-cs"/>
        </a:defRPr>
      </a:lvl3pPr>
      <a:lvl4pPr marL="1543050" indent="-17145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4pPr>
      <a:lvl5pPr marL="2000250" indent="-17145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5pPr>
      <a:lvl6pPr marL="25146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6pPr>
      <a:lvl7pPr marL="29718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7pPr>
      <a:lvl8pPr marL="34290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8pPr>
      <a:lvl9pPr marL="38862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8964B2-6797-D91F-C181-26EDC3EFD6CD}"/>
              </a:ext>
            </a:extLst>
          </p:cNvPr>
          <p:cNvSpPr>
            <a:spLocks noGrp="1"/>
          </p:cNvSpPr>
          <p:nvPr>
            <p:ph type="ctrTitle"/>
          </p:nvPr>
        </p:nvSpPr>
        <p:spPr/>
        <p:txBody>
          <a:bodyPr>
            <a:normAutofit fontScale="90000"/>
          </a:bodyPr>
          <a:lstStyle/>
          <a:p>
            <a:r>
              <a:rPr lang="en-US" b="0" i="0" dirty="0">
                <a:effectLst/>
                <a:latin typeface="var(--font-fk-grotesk)"/>
              </a:rPr>
              <a:t>Introduction to AI and Knowledge Representation</a:t>
            </a:r>
            <a:br>
              <a:rPr lang="en-US" b="0" i="0" dirty="0">
                <a:effectLst/>
                <a:latin typeface="var(--font-fk-grotesk)"/>
              </a:rPr>
            </a:br>
            <a:endParaRPr lang="en-PH" dirty="0"/>
          </a:p>
        </p:txBody>
      </p:sp>
      <p:sp>
        <p:nvSpPr>
          <p:cNvPr id="3" name="Subtitle 2">
            <a:extLst>
              <a:ext uri="{FF2B5EF4-FFF2-40B4-BE49-F238E27FC236}">
                <a16:creationId xmlns:a16="http://schemas.microsoft.com/office/drawing/2014/main" id="{12780927-91FE-AB92-E819-E29B8B460FF8}"/>
              </a:ext>
            </a:extLst>
          </p:cNvPr>
          <p:cNvSpPr>
            <a:spLocks noGrp="1"/>
          </p:cNvSpPr>
          <p:nvPr>
            <p:ph type="subTitle" idx="1"/>
          </p:nvPr>
        </p:nvSpPr>
        <p:spPr/>
        <p:txBody>
          <a:bodyPr/>
          <a:lstStyle/>
          <a:p>
            <a:r>
              <a:rPr lang="en-PH" dirty="0"/>
              <a:t>Presented by Terencio, sean denmark c.</a:t>
            </a:r>
          </a:p>
          <a:p>
            <a:r>
              <a:rPr lang="en-PH" dirty="0"/>
              <a:t>Bscs-3a</a:t>
            </a:r>
          </a:p>
        </p:txBody>
      </p:sp>
    </p:spTree>
    <p:extLst>
      <p:ext uri="{BB962C8B-B14F-4D97-AF65-F5344CB8AC3E}">
        <p14:creationId xmlns:p14="http://schemas.microsoft.com/office/powerpoint/2010/main" val="334508305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F97D01-FE5D-5768-E614-B7FC467C25E7}"/>
              </a:ext>
            </a:extLst>
          </p:cNvPr>
          <p:cNvSpPr>
            <a:spLocks noGrp="1"/>
          </p:cNvSpPr>
          <p:nvPr>
            <p:ph type="title"/>
          </p:nvPr>
        </p:nvSpPr>
        <p:spPr/>
        <p:txBody>
          <a:bodyPr>
            <a:normAutofit fontScale="90000"/>
          </a:bodyPr>
          <a:lstStyle/>
          <a:p>
            <a:r>
              <a:rPr lang="en-US" b="0" i="0" dirty="0">
                <a:effectLst/>
                <a:latin typeface="var(--font-fk-grotesk)"/>
              </a:rPr>
              <a:t>Introduction to AI and Knowledge Representation</a:t>
            </a:r>
            <a:br>
              <a:rPr lang="en-US" b="0" i="0" dirty="0">
                <a:effectLst/>
                <a:latin typeface="var(--font-fk-grotesk)"/>
              </a:rPr>
            </a:br>
            <a:endParaRPr lang="en-PH" dirty="0"/>
          </a:p>
        </p:txBody>
      </p:sp>
      <p:sp>
        <p:nvSpPr>
          <p:cNvPr id="3" name="Content Placeholder 2">
            <a:extLst>
              <a:ext uri="{FF2B5EF4-FFF2-40B4-BE49-F238E27FC236}">
                <a16:creationId xmlns:a16="http://schemas.microsoft.com/office/drawing/2014/main" id="{1B78B36C-4162-BD91-5C0A-7C61E4ED0EFA}"/>
              </a:ext>
            </a:extLst>
          </p:cNvPr>
          <p:cNvSpPr>
            <a:spLocks noGrp="1"/>
          </p:cNvSpPr>
          <p:nvPr>
            <p:ph idx="1"/>
          </p:nvPr>
        </p:nvSpPr>
        <p:spPr/>
        <p:txBody>
          <a:bodyPr anchor="t"/>
          <a:lstStyle/>
          <a:p>
            <a:r>
              <a:rPr lang="en-US" b="0" i="0" dirty="0">
                <a:effectLst/>
                <a:latin typeface="__fkGroteskNeue_598ab8"/>
              </a:rPr>
              <a:t>Artificial Intelligence (AI) is fundamentally concerned with the simulation of human intelligence processes by machines, particularly computer systems.</a:t>
            </a:r>
          </a:p>
          <a:p>
            <a:r>
              <a:rPr lang="en-US" b="0" i="0" dirty="0">
                <a:effectLst/>
                <a:latin typeface="__fkGroteskNeue_598ab8"/>
              </a:rPr>
              <a:t>A critical component of AI is knowledge representation, which involves encoding information in a format that an AI system can utilize to learn, reason, and make decisions. </a:t>
            </a:r>
            <a:endParaRPr lang="en-US" dirty="0">
              <a:latin typeface="__fkGroteskNeue_598ab8"/>
            </a:endParaRPr>
          </a:p>
          <a:p>
            <a:endParaRPr lang="en-PH" dirty="0"/>
          </a:p>
        </p:txBody>
      </p:sp>
      <p:pic>
        <p:nvPicPr>
          <p:cNvPr id="8" name="Picture 7">
            <a:extLst>
              <a:ext uri="{FF2B5EF4-FFF2-40B4-BE49-F238E27FC236}">
                <a16:creationId xmlns:a16="http://schemas.microsoft.com/office/drawing/2014/main" id="{379CBDC7-E66F-B283-5298-CAA6DDA88F0C}"/>
              </a:ext>
            </a:extLst>
          </p:cNvPr>
          <p:cNvPicPr>
            <a:picLocks noChangeAspect="1"/>
          </p:cNvPicPr>
          <p:nvPr/>
        </p:nvPicPr>
        <p:blipFill>
          <a:blip r:embed="rId2"/>
          <a:stretch>
            <a:fillRect/>
          </a:stretch>
        </p:blipFill>
        <p:spPr>
          <a:xfrm>
            <a:off x="1096626" y="3588167"/>
            <a:ext cx="4189693" cy="2203033"/>
          </a:xfrm>
          <a:prstGeom prst="rect">
            <a:avLst/>
          </a:prstGeom>
        </p:spPr>
      </p:pic>
    </p:spTree>
    <p:extLst>
      <p:ext uri="{BB962C8B-B14F-4D97-AF65-F5344CB8AC3E}">
        <p14:creationId xmlns:p14="http://schemas.microsoft.com/office/powerpoint/2010/main" val="283306999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8067C1-D5E2-34AA-D953-E723E9D9E270}"/>
              </a:ext>
            </a:extLst>
          </p:cNvPr>
          <p:cNvSpPr>
            <a:spLocks noGrp="1"/>
          </p:cNvSpPr>
          <p:nvPr>
            <p:ph type="title"/>
          </p:nvPr>
        </p:nvSpPr>
        <p:spPr/>
        <p:txBody>
          <a:bodyPr/>
          <a:lstStyle/>
          <a:p>
            <a:r>
              <a:rPr lang="en-US" b="0" i="0" dirty="0">
                <a:effectLst/>
                <a:latin typeface="var(--font-fk-grotesk)"/>
              </a:rPr>
              <a:t>Introduction to AI and Knowledge Representation</a:t>
            </a:r>
            <a:endParaRPr lang="en-PH" dirty="0"/>
          </a:p>
        </p:txBody>
      </p:sp>
      <p:sp>
        <p:nvSpPr>
          <p:cNvPr id="3" name="Content Placeholder 2">
            <a:extLst>
              <a:ext uri="{FF2B5EF4-FFF2-40B4-BE49-F238E27FC236}">
                <a16:creationId xmlns:a16="http://schemas.microsoft.com/office/drawing/2014/main" id="{1C52197C-F116-88D5-BFD8-124288BA4E9A}"/>
              </a:ext>
            </a:extLst>
          </p:cNvPr>
          <p:cNvSpPr>
            <a:spLocks noGrp="1"/>
          </p:cNvSpPr>
          <p:nvPr>
            <p:ph idx="1"/>
          </p:nvPr>
        </p:nvSpPr>
        <p:spPr/>
        <p:txBody>
          <a:bodyPr/>
          <a:lstStyle/>
          <a:p>
            <a:r>
              <a:rPr lang="en-US" b="0" i="0" dirty="0">
                <a:effectLst/>
                <a:latin typeface="__fkGroteskNeue_598ab8"/>
              </a:rPr>
              <a:t>This process allows AI to mimic human cognitive functions such as problem-solving and language understanding, making it essential for developing intelligent systems capable of addressing complex tasks and challenges in various fields</a:t>
            </a:r>
            <a:endParaRPr lang="en-PH" dirty="0"/>
          </a:p>
        </p:txBody>
      </p:sp>
    </p:spTree>
    <p:extLst>
      <p:ext uri="{BB962C8B-B14F-4D97-AF65-F5344CB8AC3E}">
        <p14:creationId xmlns:p14="http://schemas.microsoft.com/office/powerpoint/2010/main" val="183249358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BF5E26-F587-1123-ADF6-121DFF85B5C6}"/>
              </a:ext>
            </a:extLst>
          </p:cNvPr>
          <p:cNvSpPr>
            <a:spLocks noGrp="1"/>
          </p:cNvSpPr>
          <p:nvPr>
            <p:ph type="title"/>
          </p:nvPr>
        </p:nvSpPr>
        <p:spPr/>
        <p:txBody>
          <a:bodyPr/>
          <a:lstStyle/>
          <a:p>
            <a:r>
              <a:rPr lang="en-PH" b="0" i="0" dirty="0">
                <a:effectLst/>
                <a:latin typeface="var(--font-fk-grotesk)"/>
              </a:rPr>
              <a:t>Types of Knowledge Representation</a:t>
            </a:r>
            <a:br>
              <a:rPr lang="en-PH" b="0" i="0" dirty="0">
                <a:effectLst/>
                <a:latin typeface="var(--font-fk-grotesk)"/>
              </a:rPr>
            </a:br>
            <a:endParaRPr lang="en-PH" dirty="0"/>
          </a:p>
        </p:txBody>
      </p:sp>
      <p:sp>
        <p:nvSpPr>
          <p:cNvPr id="3" name="Content Placeholder 2">
            <a:extLst>
              <a:ext uri="{FF2B5EF4-FFF2-40B4-BE49-F238E27FC236}">
                <a16:creationId xmlns:a16="http://schemas.microsoft.com/office/drawing/2014/main" id="{11466930-6D1F-044A-FE20-BFE395756CAA}"/>
              </a:ext>
            </a:extLst>
          </p:cNvPr>
          <p:cNvSpPr>
            <a:spLocks noGrp="1"/>
          </p:cNvSpPr>
          <p:nvPr>
            <p:ph idx="1"/>
          </p:nvPr>
        </p:nvSpPr>
        <p:spPr/>
        <p:txBody>
          <a:bodyPr anchor="t"/>
          <a:lstStyle/>
          <a:p>
            <a:pPr marL="0" indent="0">
              <a:buNone/>
            </a:pPr>
            <a:r>
              <a:rPr lang="en-US" dirty="0"/>
              <a:t>1. Declarative Knowledge: This form represents facts and information about the world. It focuses on what is true or false without detailing how that knowledge is acquired. For example, "Paris is the capital of France" is a declarative statement. This type is commonly used in logic-based systems and serves as a foundation for other knowledge types.</a:t>
            </a:r>
          </a:p>
          <a:p>
            <a:pPr marL="0" indent="0">
              <a:buNone/>
            </a:pPr>
            <a:r>
              <a:rPr lang="en-US" dirty="0"/>
              <a:t>2. Procedural Knowledge: Often referred to as "how-to" knowledge, procedural knowledge includes the methods and processes necessary to perform tasks. For instance, a recipe for baking a cake outlines the steps and ingredients required. AI systems utilize procedural knowledge to execute complex tasks effectively.</a:t>
            </a:r>
          </a:p>
          <a:p>
            <a:pPr marL="0" indent="0">
              <a:buNone/>
            </a:pPr>
            <a:r>
              <a:rPr lang="en-US" dirty="0"/>
              <a:t>3. Meta Knowledge: This type refers to knowledge about knowledge itself. It helps AI systems understand the structure and characteristics of their own knowledge, enabling them to adapt and learn over time. For example, an AI might use meta-knowledge to determine which algorithms are most effective for specific tasks or data sets</a:t>
            </a:r>
            <a:endParaRPr lang="en-PH" dirty="0"/>
          </a:p>
        </p:txBody>
      </p:sp>
    </p:spTree>
    <p:extLst>
      <p:ext uri="{BB962C8B-B14F-4D97-AF65-F5344CB8AC3E}">
        <p14:creationId xmlns:p14="http://schemas.microsoft.com/office/powerpoint/2010/main" val="318056855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C77BCE-7F54-F17A-731B-F4DE10B5A095}"/>
              </a:ext>
            </a:extLst>
          </p:cNvPr>
          <p:cNvSpPr>
            <a:spLocks noGrp="1"/>
          </p:cNvSpPr>
          <p:nvPr>
            <p:ph type="title"/>
          </p:nvPr>
        </p:nvSpPr>
        <p:spPr/>
        <p:txBody>
          <a:bodyPr/>
          <a:lstStyle/>
          <a:p>
            <a:r>
              <a:rPr lang="en-PH" b="0" i="0" dirty="0">
                <a:effectLst/>
                <a:latin typeface="var(--font-fk-grotesk)"/>
              </a:rPr>
              <a:t>Case Study Overview</a:t>
            </a:r>
            <a:br>
              <a:rPr lang="en-PH" b="0" i="0" dirty="0">
                <a:effectLst/>
                <a:latin typeface="var(--font-fk-grotesk)"/>
              </a:rPr>
            </a:br>
            <a:endParaRPr lang="en-PH" dirty="0"/>
          </a:p>
        </p:txBody>
      </p:sp>
      <p:sp>
        <p:nvSpPr>
          <p:cNvPr id="3" name="Content Placeholder 2">
            <a:extLst>
              <a:ext uri="{FF2B5EF4-FFF2-40B4-BE49-F238E27FC236}">
                <a16:creationId xmlns:a16="http://schemas.microsoft.com/office/drawing/2014/main" id="{39A93C78-2D69-A6EB-9BC0-7D171A9C3806}"/>
              </a:ext>
            </a:extLst>
          </p:cNvPr>
          <p:cNvSpPr>
            <a:spLocks noGrp="1"/>
          </p:cNvSpPr>
          <p:nvPr>
            <p:ph idx="1"/>
          </p:nvPr>
        </p:nvSpPr>
        <p:spPr/>
        <p:txBody>
          <a:bodyPr anchor="t"/>
          <a:lstStyle/>
          <a:p>
            <a:r>
              <a:rPr lang="en-PH" dirty="0"/>
              <a:t>IBM WATSON</a:t>
            </a:r>
          </a:p>
        </p:txBody>
      </p:sp>
      <p:pic>
        <p:nvPicPr>
          <p:cNvPr id="5" name="Picture 4">
            <a:extLst>
              <a:ext uri="{FF2B5EF4-FFF2-40B4-BE49-F238E27FC236}">
                <a16:creationId xmlns:a16="http://schemas.microsoft.com/office/drawing/2014/main" id="{7E339F82-A9E1-D26D-6976-B929BCAD5E79}"/>
              </a:ext>
            </a:extLst>
          </p:cNvPr>
          <p:cNvPicPr>
            <a:picLocks noChangeAspect="1"/>
          </p:cNvPicPr>
          <p:nvPr/>
        </p:nvPicPr>
        <p:blipFill>
          <a:blip r:embed="rId2"/>
          <a:stretch>
            <a:fillRect/>
          </a:stretch>
        </p:blipFill>
        <p:spPr>
          <a:xfrm>
            <a:off x="3695448" y="1747263"/>
            <a:ext cx="7780939" cy="4749790"/>
          </a:xfrm>
          <a:prstGeom prst="rect">
            <a:avLst/>
          </a:prstGeom>
        </p:spPr>
      </p:pic>
    </p:spTree>
    <p:extLst>
      <p:ext uri="{BB962C8B-B14F-4D97-AF65-F5344CB8AC3E}">
        <p14:creationId xmlns:p14="http://schemas.microsoft.com/office/powerpoint/2010/main" val="137279648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C77BCE-7F54-F17A-731B-F4DE10B5A095}"/>
              </a:ext>
            </a:extLst>
          </p:cNvPr>
          <p:cNvSpPr>
            <a:spLocks noGrp="1"/>
          </p:cNvSpPr>
          <p:nvPr>
            <p:ph type="title"/>
          </p:nvPr>
        </p:nvSpPr>
        <p:spPr/>
        <p:txBody>
          <a:bodyPr/>
          <a:lstStyle/>
          <a:p>
            <a:r>
              <a:rPr lang="en-PH" b="0" i="0" dirty="0">
                <a:effectLst/>
                <a:latin typeface="var(--font-fk-grotesk)"/>
              </a:rPr>
              <a:t>Case Study Overview</a:t>
            </a:r>
            <a:br>
              <a:rPr lang="en-PH" b="0" i="0" dirty="0">
                <a:effectLst/>
                <a:latin typeface="var(--font-fk-grotesk)"/>
              </a:rPr>
            </a:br>
            <a:endParaRPr lang="en-PH" dirty="0"/>
          </a:p>
        </p:txBody>
      </p:sp>
      <p:sp>
        <p:nvSpPr>
          <p:cNvPr id="3" name="Content Placeholder 2">
            <a:extLst>
              <a:ext uri="{FF2B5EF4-FFF2-40B4-BE49-F238E27FC236}">
                <a16:creationId xmlns:a16="http://schemas.microsoft.com/office/drawing/2014/main" id="{39A93C78-2D69-A6EB-9BC0-7D171A9C3806}"/>
              </a:ext>
            </a:extLst>
          </p:cNvPr>
          <p:cNvSpPr>
            <a:spLocks noGrp="1"/>
          </p:cNvSpPr>
          <p:nvPr>
            <p:ph idx="1"/>
          </p:nvPr>
        </p:nvSpPr>
        <p:spPr/>
        <p:txBody>
          <a:bodyPr anchor="t"/>
          <a:lstStyle/>
          <a:p>
            <a:r>
              <a:rPr lang="en-US" dirty="0"/>
              <a:t>The selected AI application is IBM Watson, which utilizes knowledge representation to process and analyze vast amounts of data. In Watson, knowledge is represented through a combination of structured data, natural language processing, and machine learning algorithms.</a:t>
            </a:r>
          </a:p>
          <a:p>
            <a:r>
              <a:rPr lang="en-US" dirty="0"/>
              <a:t>This representation allows Watson to understand questions posed in natural language and provide relevant answers, addressing challenges in fields like healthcare and customer service. One significant challenge Watson addresses is the need for accurate and context-aware responses in complex scenarios, such as diagnosing medical conditions based on patient data</a:t>
            </a:r>
            <a:endParaRPr lang="en-PH" dirty="0"/>
          </a:p>
        </p:txBody>
      </p:sp>
    </p:spTree>
    <p:extLst>
      <p:ext uri="{BB962C8B-B14F-4D97-AF65-F5344CB8AC3E}">
        <p14:creationId xmlns:p14="http://schemas.microsoft.com/office/powerpoint/2010/main" val="330715769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43514A-AEDF-2C90-8DAC-E2EB4D972F36}"/>
              </a:ext>
            </a:extLst>
          </p:cNvPr>
          <p:cNvSpPr>
            <a:spLocks noGrp="1"/>
          </p:cNvSpPr>
          <p:nvPr>
            <p:ph type="title"/>
          </p:nvPr>
        </p:nvSpPr>
        <p:spPr/>
        <p:txBody>
          <a:bodyPr/>
          <a:lstStyle/>
          <a:p>
            <a:r>
              <a:rPr lang="en-PH" dirty="0">
                <a:latin typeface="var(--font-fk-grotesk)"/>
              </a:rPr>
              <a:t>My</a:t>
            </a:r>
            <a:r>
              <a:rPr lang="en-PH" b="0" i="0" dirty="0">
                <a:effectLst/>
                <a:latin typeface="var(--font-fk-grotesk)"/>
              </a:rPr>
              <a:t> Knowledge Representation Model</a:t>
            </a:r>
            <a:br>
              <a:rPr lang="en-PH" b="0" i="0" dirty="0">
                <a:effectLst/>
                <a:latin typeface="var(--font-fk-grotesk)"/>
              </a:rPr>
            </a:br>
            <a:endParaRPr lang="en-PH" dirty="0"/>
          </a:p>
        </p:txBody>
      </p:sp>
      <p:sp>
        <p:nvSpPr>
          <p:cNvPr id="3" name="Content Placeholder 2">
            <a:extLst>
              <a:ext uri="{FF2B5EF4-FFF2-40B4-BE49-F238E27FC236}">
                <a16:creationId xmlns:a16="http://schemas.microsoft.com/office/drawing/2014/main" id="{4D9BDE5E-BC75-B172-1C30-A7714AA08E15}"/>
              </a:ext>
            </a:extLst>
          </p:cNvPr>
          <p:cNvSpPr>
            <a:spLocks noGrp="1"/>
          </p:cNvSpPr>
          <p:nvPr>
            <p:ph idx="1"/>
          </p:nvPr>
        </p:nvSpPr>
        <p:spPr/>
        <p:txBody>
          <a:bodyPr/>
          <a:lstStyle/>
          <a:p>
            <a:r>
              <a:rPr lang="en-US" b="0" i="0" dirty="0">
                <a:effectLst/>
                <a:latin typeface="__fkGroteskNeue_598ab8"/>
              </a:rPr>
              <a:t>For a simple problem, I developed a rule-based knowledge representation model. This model uses a set of IF-THEN rules to guide decision-making. For example, if the input is "rainy," then the model suggests "take an umbrella."</a:t>
            </a:r>
            <a:br>
              <a:rPr lang="en-US" b="0" i="0" dirty="0">
                <a:effectLst/>
                <a:latin typeface="__fkGroteskNeue_598ab8"/>
              </a:rPr>
            </a:br>
            <a:r>
              <a:rPr lang="en-US" b="0" i="0" dirty="0">
                <a:effectLst/>
                <a:latin typeface="__fkGroteskNeue_598ab8"/>
              </a:rPr>
              <a:t>The model works by evaluating the conditions (the "IF" part) and executing the corresponding actions (the "THEN" part) based on the current state of knowledge. This approach helps the AI system efficiently determine the best course of action in response to various inputs, enhancing its ability to assist users in making informed decisions</a:t>
            </a:r>
            <a:endParaRPr lang="en-PH" dirty="0"/>
          </a:p>
        </p:txBody>
      </p:sp>
    </p:spTree>
    <p:extLst>
      <p:ext uri="{BB962C8B-B14F-4D97-AF65-F5344CB8AC3E}">
        <p14:creationId xmlns:p14="http://schemas.microsoft.com/office/powerpoint/2010/main" val="12649452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FB40D8-1B7A-9728-84A1-FBA84457FD6F}"/>
              </a:ext>
            </a:extLst>
          </p:cNvPr>
          <p:cNvSpPr>
            <a:spLocks noGrp="1"/>
          </p:cNvSpPr>
          <p:nvPr>
            <p:ph type="title"/>
          </p:nvPr>
        </p:nvSpPr>
        <p:spPr/>
        <p:txBody>
          <a:bodyPr/>
          <a:lstStyle/>
          <a:p>
            <a:r>
              <a:rPr lang="en-PH" b="0" i="0" dirty="0">
                <a:effectLst/>
                <a:latin typeface="var(--font-fk-grotesk)"/>
              </a:rPr>
              <a:t>Conclusion</a:t>
            </a:r>
            <a:br>
              <a:rPr lang="en-PH" b="0" i="0" dirty="0">
                <a:effectLst/>
                <a:latin typeface="var(--font-fk-grotesk)"/>
              </a:rPr>
            </a:br>
            <a:endParaRPr lang="en-PH" dirty="0"/>
          </a:p>
        </p:txBody>
      </p:sp>
      <p:sp>
        <p:nvSpPr>
          <p:cNvPr id="3" name="Content Placeholder 2">
            <a:extLst>
              <a:ext uri="{FF2B5EF4-FFF2-40B4-BE49-F238E27FC236}">
                <a16:creationId xmlns:a16="http://schemas.microsoft.com/office/drawing/2014/main" id="{1B7663CB-7015-34CB-F3F4-839375B94E79}"/>
              </a:ext>
            </a:extLst>
          </p:cNvPr>
          <p:cNvSpPr>
            <a:spLocks noGrp="1"/>
          </p:cNvSpPr>
          <p:nvPr>
            <p:ph idx="1"/>
          </p:nvPr>
        </p:nvSpPr>
        <p:spPr/>
        <p:txBody>
          <a:bodyPr/>
          <a:lstStyle/>
          <a:p>
            <a:r>
              <a:rPr lang="en-US" dirty="0"/>
              <a:t>Effective knowledge representation is crucial for the success of AI systems, as it enables them to understand and reason about the world. Through this activity, I learned that different types of knowledge representation serve unique purposes and that a well-structured model can significantly enhance an AI system's performance. The insights gained underscore the importance of knowledge representation in developing intelligent systems capable of solving complex problems and improving human capabilities</a:t>
            </a:r>
            <a:endParaRPr lang="en-PH" dirty="0"/>
          </a:p>
        </p:txBody>
      </p:sp>
    </p:spTree>
    <p:extLst>
      <p:ext uri="{BB962C8B-B14F-4D97-AF65-F5344CB8AC3E}">
        <p14:creationId xmlns:p14="http://schemas.microsoft.com/office/powerpoint/2010/main" val="2781816973"/>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Celestial">
  <a:themeElements>
    <a:clrScheme name="Celestial">
      <a:dk1>
        <a:sysClr val="windowText" lastClr="000000"/>
      </a:dk1>
      <a:lt1>
        <a:sysClr val="window" lastClr="FFFFFF"/>
      </a:lt1>
      <a:dk2>
        <a:srgbClr val="3F296A"/>
      </a:dk2>
      <a:lt2>
        <a:srgbClr val="EBEBEB"/>
      </a:lt2>
      <a:accent1>
        <a:srgbClr val="E84574"/>
      </a:accent1>
      <a:accent2>
        <a:srgbClr val="798FF2"/>
      </a:accent2>
      <a:accent3>
        <a:srgbClr val="95C369"/>
      </a:accent3>
      <a:accent4>
        <a:srgbClr val="EE875A"/>
      </a:accent4>
      <a:accent5>
        <a:srgbClr val="C363E8"/>
      </a:accent5>
      <a:accent6>
        <a:srgbClr val="6AADC8"/>
      </a:accent6>
      <a:hlink>
        <a:srgbClr val="FE80C7"/>
      </a:hlink>
      <a:folHlink>
        <a:srgbClr val="FBA3EC"/>
      </a:folHlink>
    </a:clrScheme>
    <a:fontScheme name="Celestial">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elestial">
      <a:fillStyleLst>
        <a:solidFill>
          <a:schemeClr val="phClr"/>
        </a:solidFill>
        <a:gradFill rotWithShape="1">
          <a:gsLst>
            <a:gs pos="0">
              <a:schemeClr val="phClr">
                <a:tint val="70000"/>
                <a:lumMod val="110000"/>
              </a:schemeClr>
            </a:gs>
            <a:gs pos="100000">
              <a:schemeClr val="phClr">
                <a:tint val="82000"/>
                <a:alpha val="74000"/>
              </a:schemeClr>
            </a:gs>
          </a:gsLst>
          <a:lin ang="5400000" scaled="0"/>
        </a:gradFill>
        <a:gradFill rotWithShape="1">
          <a:gsLst>
            <a:gs pos="0">
              <a:schemeClr val="phClr">
                <a:tint val="98000"/>
                <a:lumMod val="100000"/>
              </a:schemeClr>
            </a:gs>
            <a:gs pos="100000">
              <a:schemeClr val="phClr">
                <a:shade val="88000"/>
                <a:lumMod val="88000"/>
              </a:schemeClr>
            </a:gs>
          </a:gsLst>
          <a:lin ang="5400000" scaled="1"/>
        </a:gradFill>
      </a:fillStyleLst>
      <a:lnStyleLst>
        <a:ln w="9525"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50800" dist="38100" dir="5400000" rotWithShape="0">
              <a:srgbClr val="000000">
                <a:alpha val="35000"/>
              </a:srgbClr>
            </a:outerShdw>
          </a:effectLst>
        </a:effectStyle>
        <a:effectStyle>
          <a:effectLst>
            <a:outerShdw blurRad="63500" dist="38100" dir="5400000" rotWithShape="0">
              <a:srgbClr val="000000">
                <a:alpha val="65000"/>
              </a:srgbClr>
            </a:outerShdw>
          </a:effectLst>
          <a:scene3d>
            <a:camera prst="orthographicFront">
              <a:rot lat="0" lon="0" rev="0"/>
            </a:camera>
            <a:lightRig rig="threePt" dir="tl">
              <a:rot lat="0" lon="0" rev="1200000"/>
            </a:lightRig>
          </a:scene3d>
          <a:sp3d>
            <a:bevelT w="38100" h="12700"/>
          </a:sp3d>
        </a:effectStyle>
      </a:effectStyleLst>
      <a:bgFillStyleLst>
        <a:solidFill>
          <a:schemeClr val="phClr"/>
        </a:solidFill>
        <a:gradFill rotWithShape="1">
          <a:gsLst>
            <a:gs pos="0">
              <a:schemeClr val="phClr">
                <a:tint val="90000"/>
                <a:shade val="96000"/>
                <a:hueMod val="100000"/>
                <a:satMod val="180000"/>
                <a:lumMod val="110000"/>
              </a:schemeClr>
            </a:gs>
            <a:gs pos="100000">
              <a:schemeClr val="phClr">
                <a:shade val="96000"/>
                <a:satMod val="160000"/>
                <a:lumMod val="100000"/>
              </a:schemeClr>
            </a:gs>
          </a:gsLst>
          <a:lin ang="4740000" scaled="1"/>
        </a:gradFill>
        <a:blipFill>
          <a:blip xmlns:r="http://schemas.openxmlformats.org/officeDocument/2006/relationships" r:embed="rId1"/>
          <a:stretch/>
        </a:blipFill>
      </a:bgFillStyleLst>
    </a:fmtScheme>
  </a:themeElements>
  <a:objectDefaults/>
  <a:extraClrSchemeLst/>
  <a:extLst>
    <a:ext uri="{05A4C25C-085E-4340-85A3-A5531E510DB2}">
      <thm15:themeFamily xmlns:thm15="http://schemas.microsoft.com/office/thememl/2012/main" name="Celestial" id="{C4BB2A3D-0E93-4C5F-B0D2-9D3FCE089CC5}" vid="{61DDDE80-2DFA-4F2A-B66F-72059846BDAA}"/>
    </a:ext>
  </a:extLst>
</a:theme>
</file>

<file path=docProps/app.xml><?xml version="1.0" encoding="utf-8"?>
<Properties xmlns="http://schemas.openxmlformats.org/officeDocument/2006/extended-properties" xmlns:vt="http://schemas.openxmlformats.org/officeDocument/2006/docPropsVTypes">
  <Template>TM03457452[[fn=Celestial]]</Template>
  <TotalTime>33</TotalTime>
  <Words>590</Words>
  <Application>Microsoft Office PowerPoint</Application>
  <PresentationFormat>Widescreen</PresentationFormat>
  <Paragraphs>21</Paragraphs>
  <Slides>8</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8</vt:i4>
      </vt:variant>
    </vt:vector>
  </HeadingPairs>
  <TitlesOfParts>
    <vt:vector size="14" baseType="lpstr">
      <vt:lpstr>__fkGroteskNeue_598ab8</vt:lpstr>
      <vt:lpstr>Arial</vt:lpstr>
      <vt:lpstr>Calibri</vt:lpstr>
      <vt:lpstr>Calibri Light</vt:lpstr>
      <vt:lpstr>var(--font-fk-grotesk)</vt:lpstr>
      <vt:lpstr>Celestial</vt:lpstr>
      <vt:lpstr>Introduction to AI and Knowledge Representation </vt:lpstr>
      <vt:lpstr>Introduction to AI and Knowledge Representation </vt:lpstr>
      <vt:lpstr>Introduction to AI and Knowledge Representation</vt:lpstr>
      <vt:lpstr>Types of Knowledge Representation </vt:lpstr>
      <vt:lpstr>Case Study Overview </vt:lpstr>
      <vt:lpstr>Case Study Overview </vt:lpstr>
      <vt:lpstr>My Knowledge Representation Model </vt:lpstr>
      <vt:lpstr>Conclusion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Sean Deanmark Terencio</dc:creator>
  <cp:lastModifiedBy>Sean Deanmark Terencio</cp:lastModifiedBy>
  <cp:revision>1</cp:revision>
  <dcterms:created xsi:type="dcterms:W3CDTF">2024-09-12T02:58:30Z</dcterms:created>
  <dcterms:modified xsi:type="dcterms:W3CDTF">2024-09-12T03:32:02Z</dcterms:modified>
</cp:coreProperties>
</file>